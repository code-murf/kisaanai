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anrope SemiBold"/>
      <p:regular r:id="rId17"/>
      <p:bold r:id="rId18"/>
    </p:embeddedFont>
    <p:embeddedFont>
      <p:font typeface="Manrope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font" Target="fonts/ManropeSemiBold-regular.fntdata"/><Relationship Id="rId18" Type="http://schemas.openxmlformats.org/officeDocument/2006/relationships/font" Target="fonts/ManropeSemiBold-bold.fntdata"/><Relationship Id="rId19" Type="http://schemas.openxmlformats.org/officeDocument/2006/relationships/font" Target="fonts/Manrope-regular.fntdata"/><Relationship Id="rId20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Team Name : Antigravity AI</a:t>
            </a: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Problem Statement : Information Asymmetry &amp; Market Inefficiency in Indian Agriculture</a:t>
            </a: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Team Leader Name : KisaanAI Team Lead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Brief about the Idea:</a:t>
            </a:r>
          </a:p>
          <a:p/>
          <a:p>
            <a:r>
              <a:t>KisaanAI is a voice-first, AI-powered platform that empowers farmers with real-time mandi prices, weather forecasts, and crop advisory services in their local language. It bridges the information gap, enabling data-driven decisions for better profitability and reducing distress selling.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Proposed Solution &amp; USP:</a:t>
            </a:r>
          </a:p>
          <a:p/>
          <a:p>
            <a:r>
              <a:t>1. Voice-First Interface: Breaks literacy barriers using Bhashini AI, allowing farmers to interact naturally.</a:t>
            </a:r>
          </a:p>
          <a:p>
            <a:r>
              <a:t>2. Predictive Intelligence: 7-day price forecasts using Temporal Fusion Transformers (TFT) for better market timing.</a:t>
            </a:r>
          </a:p>
          <a:p>
            <a:r>
              <a:t>3. Smart Routing: Calculates Net Profit (Price - Transport Cost) to recommend the best mandi, not just the nearest one.</a:t>
            </a:r>
          </a:p>
          <a:p>
            <a:r>
              <a:t>4. Explainable AI: Provides reasoning behind predictions to build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Key Features:</a:t>
            </a:r>
          </a:p>
          <a:p/>
          <a:p>
            <a:r>
              <a:t>• KisaanCredit (New): AI-based credit scoring using yield forecasts for instant micro-loans.</a:t>
            </a:r>
          </a:p>
          <a:p>
            <a:r>
              <a:t>• AI Price Forecasting: Accurate predictions for Potato, Onion, Tomato.</a:t>
            </a:r>
          </a:p>
          <a:p>
            <a:r>
              <a:t>• Voice Assistant: 'Bolo aur Jaano' interface.</a:t>
            </a:r>
          </a:p>
          <a:p>
            <a:r>
              <a:t>• Smart Routing: Real-time transport cost calculation.</a:t>
            </a:r>
          </a:p>
          <a:p>
            <a:r>
              <a:t>• WhatsApp Bot: Low-bandwidth access.</a:t>
            </a:r>
          </a:p>
          <a:p>
            <a:r>
              <a:t>• Crop Doctor: Image-based disease detection.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Process Flow:</a:t>
            </a:r>
          </a:p>
          <a:p/>
          <a:p>
            <a:r>
              <a:t>1. Farmer asks query via Voice/WhatsApp.</a:t>
            </a:r>
          </a:p>
          <a:p>
            <a:r>
              <a:t>2. Bhashini translates speech to text.</a:t>
            </a:r>
          </a:p>
          <a:p>
            <a:r>
              <a:t>3. NLP Engine identifies intent (Price/Weather/Disease).</a:t>
            </a:r>
          </a:p>
          <a:p>
            <a:r>
              <a:t>4. Backend fetches data from AI Models or Databases.</a:t>
            </a:r>
          </a:p>
          <a:p>
            <a:r>
              <a:t>5. AI generates personalized response.</a:t>
            </a:r>
          </a:p>
          <a:p>
            <a:r>
              <a:t>6. Bhashini converts text to speech.</a:t>
            </a:r>
          </a:p>
          <a:p>
            <a:r>
              <a:t>7. Farmer receives actionable advice.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User Interface Experience:</a:t>
            </a:r>
          </a:p>
          <a:p/>
          <a:p>
            <a:r>
              <a:t>The KisaanAI Dashboard features a high-contrast, accessible design:</a:t>
            </a:r>
          </a:p>
          <a:p>
            <a:r>
              <a:t>- MagicUI Animations: Engaging, smooth interactions.</a:t>
            </a:r>
          </a:p>
          <a:p>
            <a:r>
              <a:t>- Bento Grid Layout: Clear, modular information display.</a:t>
            </a:r>
          </a:p>
          <a:p>
            <a:r>
              <a:t>- Responsive Design: Optimized for low-end Android devices and desktops.</a:t>
            </a:r>
          </a:p>
          <a:p>
            <a:r>
              <a:t>- Visual Cues: Icons and color-coding (Green/Red) for intuitive understanding of trends.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System Architecture:</a:t>
            </a:r>
          </a:p>
          <a:p/>
          <a:p>
            <a:r>
              <a:t>[Frontend]: Next.js 16 (PWA) + Tailwind CSS + MagicUI</a:t>
            </a:r>
          </a:p>
          <a:p>
            <a:r>
              <a:t>[Backend]: FastAPI + PostgreSQL (PostGIS) + Redis</a:t>
            </a:r>
          </a:p>
          <a:p>
            <a:r>
              <a:t>[AI Layer]: </a:t>
            </a:r>
          </a:p>
          <a:p>
            <a:r>
              <a:t>  - PyTorch (Price Forecasting)</a:t>
            </a:r>
          </a:p>
          <a:p>
            <a:r>
              <a:t>  - YOLO (Disease Detection)</a:t>
            </a:r>
          </a:p>
          <a:p>
            <a:r>
              <a:t>  - Bhashini (Voice/Vernacular)</a:t>
            </a:r>
          </a:p>
          <a:p>
            <a:r>
              <a:t>[Data Pipeline]: Agmarknet (Prices) + Sentinel-2 (Satellite) + IMD (Weather)</a:t>
            </a:r>
          </a:p>
          <a:p>
            <a:r>
              <a:t>[Infrastructure]: AWS EC2 + S3 + 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Technology Stack:</a:t>
            </a:r>
          </a:p>
          <a:p/>
          <a:p>
            <a:r>
              <a:t>• Cloud: AWS (EC2, S3, RDS)</a:t>
            </a:r>
          </a:p>
          <a:p>
            <a:r>
              <a:t>• AI/ML: PyTorch, XGBoost, Temporal Fusion Transformer (TFT)</a:t>
            </a:r>
          </a:p>
          <a:p>
            <a:r>
              <a:t>• Voice/NLP: Bhashini API, Twilio (WhatsApp)</a:t>
            </a:r>
          </a:p>
          <a:p>
            <a:r>
              <a:t>• Web: Next.js, Tailwind CSS, Leaflet Maps, MagicUI</a:t>
            </a:r>
          </a:p>
          <a:p>
            <a:r>
              <a:t>• Backend: FastAPI, PostgreSQL, MinIO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Implementation Cost &amp; Feasibility:</a:t>
            </a:r>
          </a:p>
          <a:p/>
          <a:p>
            <a:r>
              <a:t>• Infrastructure: ~$50/month (Optimized with AWS Spot Instances).</a:t>
            </a:r>
          </a:p>
          <a:p>
            <a:r>
              <a:t>• Data: Free (Open Government Data Integration).</a:t>
            </a:r>
          </a:p>
          <a:p>
            <a:r>
              <a:t>• AI Costs: Managed via free tiers for research (Bhashini).</a:t>
            </a:r>
          </a:p>
          <a:p>
            <a:r>
              <a:t>• Feasibility: MVP ready for deployment; Scalable to 50+ crops.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Business Impact &amp; Future Scope:</a:t>
            </a:r>
          </a:p>
          <a:p/>
          <a:p>
            <a:r>
              <a:t>• Impact: Projected 15-20% increase in farmer income via smart arbitrage.</a:t>
            </a:r>
          </a:p>
          <a:p>
            <a:r>
              <a:t>• Scale: Designed for nationwide roll-out with local dialect support.</a:t>
            </a:r>
          </a:p>
          <a:p>
            <a:r>
              <a:t>• Future: Integration with Farmer Producer Organizations (FPOs) for collective bargaining and direct-to-buyer sales.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